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credit indices are softening</a:t>
            </a:r>
            <a:pPr algn="ctr" indent="0" marL="0">
              <a:buNone/>
            </a:pPr>
            <a:r>
              <a:rPr lang="en-US" sz="700" i="1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first sign the SaaS sell-off is bleeding into private credit and PE-held software.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VanEck BIZD / Yahoo Finance.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reaching a data center. ASML builds fewer than 100 EUV machines a year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semiconductor supply-chain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2026-04-24T04:46:46Z</dcterms:created>
  <dcterms:modified xsi:type="dcterms:W3CDTF">2026-04-24T04:46:46Z</dcterms:modified>
</cp:coreProperties>
</file>