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 (Feb 2, 2026 xAI/SpaceX merger); Crunchbase Q1 2026 VC data; Sacra ARR run-rates; Bloomberg; Alphabet 10-K &amp; 2026 capex guide.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~58-point spread inside one theme. Private credit and PE-owned software names are now selling off in sympathy.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3736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37360"/>
            <a:ext cx="3931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37360"/>
            <a:ext cx="393192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548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919472" y="20482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108192" y="20482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67728" y="20482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919472" y="231800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19472" y="2322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108192" y="232257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967728" y="232257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919472" y="259232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19472" y="25968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08192" y="25968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967728" y="25968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54880" y="2971800"/>
            <a:ext cx="3931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754880" y="2971800"/>
            <a:ext cx="393192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54880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UNDER PRESSURE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919472" y="32826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108192" y="32826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967728" y="32826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919472" y="355244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19472" y="3557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108192" y="35570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967728" y="355701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19472" y="382676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19472" y="38313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108192" y="38313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967728" y="383133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4754880" y="420624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CREDIT &amp; PE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919472" y="45171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6108192" y="4517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–11%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967728" y="451713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loan books re-marked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919472" y="478688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19472" y="47914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 SaaS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108192" y="47914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–15%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6967728" y="47914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marks written down in Q1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57200" y="528523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40080" y="52852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software sell-off is now a private-credit problem — PE shops are writing down 2021-marked SaaS.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Yahoo Finance YTD total returns (Apr 17, 2026); Counterpoint Research; Morgan Stanley CIO Survey; Bloomberg BDC and PE secondary marks; PitchBook. Single-stock YTDs indicative.</a:t>
            </a:r>
            <a:endParaRPr lang="en-US" sz="700" dirty="0"/>
          </a:p>
        </p:txBody>
      </p:sp>
      <p:sp>
        <p:nvSpPr>
          <p:cNvPr id="51" name="Shape 4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3" name="Text 5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two bunny-suited technicians in front of an EUV lithography tool, warm amber photolith glow, shallow DOF on a gloved hand at a control, stainless-steel cleanroom, near-square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 ASML builds fewer than 100 EUV machines a year.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 of Americans view AI positively. March 2026 "Stop the AI Race" protests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062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Jumper et al. (AlphaFold, Nature 2020); Tufts CSDD drug-development cost and timeline studies; Hughes et al., Br. J. Pharmacol. on screening scale; Strategy Research.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2026-04-23T21:20:13Z</dcterms:created>
  <dcterms:modified xsi:type="dcterms:W3CDTF">2026-04-23T21:20:13Z</dcterms:modified>
</cp:coreProperties>
</file>