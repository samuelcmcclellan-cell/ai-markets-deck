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pPr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CNBC — OpenAI $122B round,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Sacra / Bloomberg — Anthropic Series G, Feb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+ 2026 capex guide,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 / CNBC — xAI-SpaceX merger, Feb 2,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wide spread inside one theme. The sell-off is starting to bleed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8745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SPREAD — SOX vs IGV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754880" y="2103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+58 pts</a:t>
            </a:r>
            <a:pPr algn="ctr" indent="0" marL="0">
              <a:buNone/>
            </a:pPr>
            <a:r>
              <a:rPr lang="en-US" sz="1800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5200" dirty="0"/>
          </a:p>
        </p:txBody>
      </p:sp>
      <p:sp>
        <p:nvSpPr>
          <p:cNvPr id="13" name="Text 10"/>
          <p:cNvSpPr/>
          <p:nvPr/>
        </p:nvSpPr>
        <p:spPr>
          <a:xfrm>
            <a:off x="4754880" y="27614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+38% vs software −20%, through Apr 17, 2026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54880" y="3200400"/>
            <a:ext cx="19202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54880" y="3200400"/>
            <a:ext cx="192024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3284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754880" y="36027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+47%</a:t>
            </a:r>
            <a:pPr algn="ctr" indent="0" marL="0">
              <a:buNone/>
            </a:pPr>
            <a:r>
              <a:rPr lang="en-US" sz="1000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4846320" y="41879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HBM capacity lift in 2026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864608" y="451713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 as hyperscalers lock in every GB of AI memory.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766560" y="3200400"/>
            <a:ext cx="192024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3200400"/>
            <a:ext cx="192024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33284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766560" y="36027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−21%</a:t>
            </a:r>
            <a:pPr algn="ctr" indent="0" marL="0">
              <a:buNone/>
            </a:pPr>
            <a:r>
              <a:rPr lang="en-US" sz="10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6858000" y="41879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EV/Revenue, Q4'25 → Q1'26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876288" y="451713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seat pricing; 2026 CIO surveys flag displacement risk.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credit indices down ~5%</a:t>
            </a:r>
            <a:pPr algn="ctr" indent="0" marL="0">
              <a:buNone/>
            </a:pPr>
            <a:r>
              <a:rPr lang="en-US" sz="700" i="1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YTD — early signs the sell-off is bleeding into private credit and PE-held SaaS.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Finance, Apr 17, 2026 (SOX, IGV),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via Data Center Dynamics,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multiples.vc public software multiples,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VanEck BIZD / Yahoo Finance.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 retrospective,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 (Apr 17, 2026),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Univ. of Florida IPO data,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company filings, 2025 TTM,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/ industry retrospectives,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/ 2nd-market trackers,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filings / press retrospectives, 2001–02,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2025 YE.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two bunny-suited technicians in front of an EUV lithography tool, warm amber photolith glow, shallow DOF on a gloved hand at a control, stainless-steel cleanroom, near-square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pPr algn="ctr" indent="0" marL="0">
              <a:buNone/>
            </a:pPr>
            <a:r>
              <a:rPr lang="en-US" sz="14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pPr algn="ctr" indent="0" marL="0">
              <a:buNone/>
            </a:pPr>
            <a:r>
              <a:rPr lang="en-US" sz="1400" baseline="30000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</a:t>
            </a:r>
            <a:pPr indent="0" marL="0">
              <a:buNone/>
            </a:pPr>
            <a:r>
              <a:rPr lang="en-US" sz="8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reaching a data center. ASML builds fewer than 100 EUV machines a year</a:t>
            </a:r>
            <a:pPr indent="0" marL="0">
              <a:buNone/>
            </a:pPr>
            <a:r>
              <a:rPr lang="en-US" sz="8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/ Counterpoint,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semiconductor supply-chain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BIS export rules, 2023–25,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Treasury / NVIDIA, Jul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10-Q, FY26 Q1,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Commission / law firm analyses,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enterprise AI readiness,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CHIPS Office, Nov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IEA / USGS rare-earth reports,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MOFCOM, Jul 2023,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TechInsights / trade press, 2025–26.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Americans view AI positively. March 2026 "Stop the AI Race" protests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Watch, 2026 NIMBY tracker,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Insights, Mar 2026 AI sentiment poll,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Fortune / TIME / CNN / NBC News — Stop the AI Race coverage,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 — workforce gap analysis.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</a:t>
            </a:r>
            <a:pPr indent="0" marL="0">
              <a:buNone/>
            </a:pPr>
            <a:r>
              <a:rPr lang="en-US" sz="700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solar constant, 1,361 W/m² at 1 AU,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— humanoid robotics market outlook,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robotics compute keynotes,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 AI, Hyundai/Boston Dynamics, Unitree, Agility —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automotive/DRIVE platform,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Waymo, Tesla, Baidu Apollo, Aurora — company disclosures.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</a:t>
            </a:r>
            <a:pPr indent="0" marL="0">
              <a:buNone/>
            </a:pPr>
            <a:r>
              <a:rPr lang="en-US" sz="7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AlphaFold, Nature 2020,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 — screening scale,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— drug-development cost and timeline.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2026-04-24T04:33:27Z</dcterms:created>
  <dcterms:modified xsi:type="dcterms:W3CDTF">2026-04-24T04:33:27Z</dcterms:modified>
</cp:coreProperties>
</file>