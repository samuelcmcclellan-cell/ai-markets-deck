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wide spread inside one theme. The sell-off is starting to bleed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8745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SPREAD — SOX vs IGV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0" y="2103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+58 pts</a:t>
            </a:r>
            <a:pPr algn="ctr" indent="0" marL="0">
              <a:buNone/>
            </a:pPr>
            <a:r>
              <a:rPr lang="en-US" sz="1800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5200" dirty="0"/>
          </a:p>
        </p:txBody>
      </p:sp>
      <p:sp>
        <p:nvSpPr>
          <p:cNvPr id="13" name="Text 10"/>
          <p:cNvSpPr/>
          <p:nvPr/>
        </p:nvSpPr>
        <p:spPr>
          <a:xfrm>
            <a:off x="4754880" y="2761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+38% vs software −20%, through Apr 17, 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5488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54880" y="3200400"/>
            <a:ext cx="192024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75488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+47%</a:t>
            </a:r>
            <a:pPr algn="ctr" indent="0" marL="0">
              <a:buNone/>
            </a:pPr>
            <a:r>
              <a:rPr lang="en-US" sz="1000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484632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HBM capacity lift in 2026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86460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 as hyperscalers lock in every GB of AI memory.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6656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3200400"/>
            <a:ext cx="192024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76656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−21%</a:t>
            </a:r>
            <a:pPr algn="ctr" indent="0" marL="0">
              <a:buNone/>
            </a:pPr>
            <a:r>
              <a:rPr lang="en-US" sz="10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685800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EV/Revenue, Q4'25 → Q1'26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87628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seat pricing; 2026 CIO surveys flag displacement risk.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credit indices down ~5%</a:t>
            </a:r>
            <a:pPr algn="ctr" indent="0" marL="0">
              <a:buNone/>
            </a:pPr>
            <a:r>
              <a:rPr lang="en-US" sz="700" i="1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YTD — early signs the sell-off is bleeding into private credit and PE-held SaaS.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Finance, Apr 17, 2026 (SOX, IGV),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VanEck BIZD / Yahoo Finance.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reaching a data center. ASML builds fewer than 100 EUV machines a year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semiconductor supply-chain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March 2026 "Stop the AI Race" protests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Jumper et al. (AlphaFold, Nature 2020); Tufts CSDD drug-development cost and timeline studies; Hughes et al., Br. J. Pharmacol. on screening scale; Strategy Research.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2026-04-24T04:22:39Z</dcterms:created>
  <dcterms:modified xsi:type="dcterms:W3CDTF">2026-04-24T04:22:39Z</dcterms:modified>
</cp:coreProperties>
</file>