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49377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6771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04288"/>
            <a:ext cx="109728" cy="49377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0428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0428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0428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71216"/>
            <a:ext cx="109728" cy="49377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871216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287121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287121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40156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38144"/>
            <a:ext cx="109728" cy="4937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438144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438144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43814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96849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05072"/>
            <a:ext cx="109728" cy="49377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005072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005072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0050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5354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572000"/>
            <a:ext cx="109728" cy="49377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457200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457200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1023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138928"/>
            <a:ext cx="1097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13892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13892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3892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– 24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24 slides, read top to bottom.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Sixty years of AI in six steps — and we are now in step six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Eleven layers, four power blocs — your exposure depends on which layer you own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Logic and memory absorb the capex — ASML and TSMC decide who ships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hyperscalers fund ~60% of AI chip demand — their capex IS the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 (EPRI high case, 2024)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 funding doubled all of 2025 — two giants, one public, one merger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valuations as of Apr 22, 2026.</a:t>
            </a:r>
            <a:endParaRPr lang="en-US" sz="800" dirty="0"/>
          </a:p>
        </p:txBody>
      </p:sp>
      <p:sp>
        <p:nvSpPr>
          <p:cNvPr id="32" name="Shape 26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7" name="Text 3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10 Tech grow 4× faster than Top 10 Non-Tech — at a similar multiple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similar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 (consensus, Apr 22, 2026).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Agentic AI uses 10–100× the compute per session — that's the capex thesis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Semis up, software down — one theme, two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50+ point spread inside a single theme — and the pain is now bleeding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two outcomes — and software's pain is now bleeding into private equity and private credit, both anchored in SaaS.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single points of failure.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the four sit in Asia, and all four are single-sourced. US reshoring is real — but most leading-edge capacity doesn't ship until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Litho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firm in the world building EUV scanners — new machines ship in dozens per year, not hundreds.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▦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46888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Logic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Virtually every advanced-node chip runs through TSMC fabs in Hsinchu and Tainan — no real volume alternative exists.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☰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48056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Memory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8348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028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Korean firms supply nearly all the high-bandwidth memory AI accelerators depend on — both booked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◫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49224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Packaging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196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TSMC's CoWoS step fuses the GPU die to its HBM stack — the only volume supplier, sold out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WHEN LEADING-EDGE CAPACITY COMES ONLINE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4572000"/>
            <a:ext cx="786384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7091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3288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240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9884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9476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2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6480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43076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664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955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is single-sourced — and there is no spare capacity in the chain to absorb a shock at any one of them.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HBM tracker; SK Hynix Q1 2026 commentary,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Q4 2025 earnings commentary.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Export controls, EU rules, and rare-earths decide who sells what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Communities, voters, and labor are pricing the AI infrastructure bet lower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(Echelon Insights, Mar 2026)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Orbital compute sidesteps Earth-bound bottlenecks — pilot stage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Humanoids hit pilot scale — every robot is a walking inference endpoint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autonomous mile compounds — every AV runs frontier edge compute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Capex on credit, basket over, bottleneck moves, exposure is a thesis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 (YTD through Apr 17, 2026).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2026-04-27T03:56:28Z</dcterms:created>
  <dcterms:modified xsi:type="dcterms:W3CDTF">2026-04-27T03:56:28Z</dcterms:modified>
</cp:coreProperties>
</file>